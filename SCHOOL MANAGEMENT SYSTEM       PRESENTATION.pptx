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57" r:id="rId5"/>
    <p:sldId id="268" r:id="rId6"/>
    <p:sldId id="270" r:id="rId7"/>
    <p:sldId id="259" r:id="rId8"/>
    <p:sldId id="261" r:id="rId9"/>
    <p:sldId id="262" r:id="rId10"/>
    <p:sldId id="263" r:id="rId11"/>
    <p:sldId id="265" r:id="rId12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>
      <p:cViewPr>
        <p:scale>
          <a:sx n="70" d="100"/>
          <a:sy n="70" d="100"/>
        </p:scale>
        <p:origin x="344" y="-9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7942A0-B7D2-4B14-8FEA-55FC702F5BE7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95A5E99-E976-4550-8F80-53CC813F2F5A}">
      <dgm:prSet phldrT="[Text]" custT="1"/>
      <dgm:spPr>
        <a:gradFill rotWithShape="0">
          <a:gsLst>
            <a:gs pos="0">
              <a:srgbClr val="703000"/>
            </a:gs>
            <a:gs pos="50000">
              <a:srgbClr val="A44A00"/>
            </a:gs>
            <a:gs pos="70000">
              <a:srgbClr val="BC5500"/>
            </a:gs>
            <a:gs pos="100000">
              <a:srgbClr val="F26D00"/>
            </a:gs>
          </a:gsLst>
        </a:gradFill>
      </dgm:spPr>
      <dgm:t>
        <a:bodyPr/>
        <a:lstStyle/>
        <a:p>
          <a:r>
            <a:rPr lang="en-US" sz="40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rPr>
            <a:t>Person</a:t>
          </a:r>
        </a:p>
        <a:p>
          <a:endParaRPr lang="en-US" sz="1600" b="1" cap="none" spc="0" dirty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/>
          </a:endParaRPr>
        </a:p>
      </dgm:t>
      <dgm:extLst>
        <a:ext uri="{E40237B7-FDA0-4F09-8148-C483321AD2D9}">
          <dgm14:cNvPr xmlns:dgm14="http://schemas.microsoft.com/office/drawing/2010/diagram" id="0" name="" descr="Staggered process showing 3 tasks arranged one below the other and two downward pointing arrows are used to indicate progression from first task to second task and second task to third task."/>
        </a:ext>
      </dgm:extLst>
    </dgm:pt>
    <dgm:pt modelId="{03339A0D-5DC0-4B29-8353-C5AEBFD4DE86}" type="parTrans" cxnId="{D1A4D8E6-F04E-4AB1-8D0C-63DC7AB1E81F}">
      <dgm:prSet/>
      <dgm:spPr/>
      <dgm:t>
        <a:bodyPr/>
        <a:lstStyle/>
        <a:p>
          <a:endParaRPr lang="en-US" b="1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/>
          </a:endParaRPr>
        </a:p>
      </dgm:t>
    </dgm:pt>
    <dgm:pt modelId="{8877691F-1B60-4485-9174-DDEC7EE68B70}" type="sibTrans" cxnId="{D1A4D8E6-F04E-4AB1-8D0C-63DC7AB1E81F}">
      <dgm:prSet/>
      <dgm:spPr/>
      <dgm:t>
        <a:bodyPr/>
        <a:lstStyle/>
        <a:p>
          <a:endParaRPr lang="en-US" b="1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/>
          </a:endParaRPr>
        </a:p>
      </dgm:t>
    </dgm:pt>
    <dgm:pt modelId="{8EC937D8-BD76-4A12-A3E5-900D5C1E2E05}">
      <dgm:prSet phldrT="[Text]" custT="1"/>
      <dgm:spPr/>
      <dgm:t>
        <a:bodyPr/>
        <a:lstStyle/>
        <a:p>
          <a:r>
            <a:rPr lang="en-US" sz="1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rPr>
            <a:t>Student(inherits Person)</a:t>
          </a:r>
        </a:p>
        <a:p>
          <a:r>
            <a:rPr lang="en-US" sz="1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rPr>
            <a:t>Student_id</a:t>
          </a:r>
        </a:p>
        <a:p>
          <a:r>
            <a:rPr lang="en-US" sz="1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rPr>
            <a:t>Course</a:t>
          </a:r>
        </a:p>
        <a:p>
          <a:r>
            <a:rPr lang="en-US" sz="1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rPr>
            <a:t>Name ,phone</a:t>
          </a:r>
        </a:p>
        <a:p>
          <a:r>
            <a:rPr lang="en-US" sz="1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rPr>
            <a:t>(inherited)</a:t>
          </a:r>
        </a:p>
      </dgm:t>
    </dgm:pt>
    <dgm:pt modelId="{8265EE85-9851-494E-A6D3-1CDACE947DF3}" type="parTrans" cxnId="{43DC8383-AEE5-490C-A8E5-1F216F2B8FE6}">
      <dgm:prSet/>
      <dgm:spPr/>
      <dgm:t>
        <a:bodyPr/>
        <a:lstStyle/>
        <a:p>
          <a:endParaRPr lang="en-US" b="1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/>
          </a:endParaRPr>
        </a:p>
      </dgm:t>
    </dgm:pt>
    <dgm:pt modelId="{B3EFD4A5-9FA1-4ABE-B722-05162509509B}" type="sibTrans" cxnId="{43DC8383-AEE5-490C-A8E5-1F216F2B8FE6}">
      <dgm:prSet/>
      <dgm:spPr/>
      <dgm:t>
        <a:bodyPr/>
        <a:lstStyle/>
        <a:p>
          <a:endParaRPr lang="en-US" b="1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/>
          </a:endParaRPr>
        </a:p>
      </dgm:t>
    </dgm:pt>
    <dgm:pt modelId="{1D84D8B6-AB32-4491-B5D2-EFE3D7668B88}" type="pres">
      <dgm:prSet presAssocID="{CD7942A0-B7D2-4B14-8FEA-55FC702F5BE7}" presName="outerComposite" presStyleCnt="0">
        <dgm:presLayoutVars>
          <dgm:chMax val="5"/>
          <dgm:dir/>
          <dgm:resizeHandles val="exact"/>
        </dgm:presLayoutVars>
      </dgm:prSet>
      <dgm:spPr/>
    </dgm:pt>
    <dgm:pt modelId="{3E0E8213-E460-4EB7-9A92-C2B1CC553F0D}" type="pres">
      <dgm:prSet presAssocID="{CD7942A0-B7D2-4B14-8FEA-55FC702F5BE7}" presName="dummyMaxCanvas" presStyleCnt="0">
        <dgm:presLayoutVars/>
      </dgm:prSet>
      <dgm:spPr/>
    </dgm:pt>
    <dgm:pt modelId="{19BCDF54-A41C-4557-B5FA-6223908E7D8F}" type="pres">
      <dgm:prSet presAssocID="{CD7942A0-B7D2-4B14-8FEA-55FC702F5BE7}" presName="TwoNodes_1" presStyleLbl="node1" presStyleIdx="0" presStyleCnt="2">
        <dgm:presLayoutVars>
          <dgm:bulletEnabled val="1"/>
        </dgm:presLayoutVars>
      </dgm:prSet>
      <dgm:spPr/>
    </dgm:pt>
    <dgm:pt modelId="{07DE05A2-99CD-4A15-9976-7B3B1E8812A8}" type="pres">
      <dgm:prSet presAssocID="{CD7942A0-B7D2-4B14-8FEA-55FC702F5BE7}" presName="TwoNodes_2" presStyleLbl="node1" presStyleIdx="1" presStyleCnt="2" custLinFactNeighborX="-2040" custLinFactNeighborY="0">
        <dgm:presLayoutVars>
          <dgm:bulletEnabled val="1"/>
        </dgm:presLayoutVars>
      </dgm:prSet>
      <dgm:spPr/>
    </dgm:pt>
    <dgm:pt modelId="{B0C3C974-7129-4756-8348-613A664708DF}" type="pres">
      <dgm:prSet presAssocID="{CD7942A0-B7D2-4B14-8FEA-55FC702F5BE7}" presName="TwoConn_1-2" presStyleLbl="fgAccFollowNode1" presStyleIdx="0" presStyleCnt="1" custScaleX="65385" custScaleY="76187" custLinFactNeighborX="-74153" custLinFactNeighborY="12">
        <dgm:presLayoutVars>
          <dgm:bulletEnabled val="1"/>
        </dgm:presLayoutVars>
      </dgm:prSet>
      <dgm:spPr/>
    </dgm:pt>
    <dgm:pt modelId="{D6410F22-696F-4FE3-B165-AECAA6F24674}" type="pres">
      <dgm:prSet presAssocID="{CD7942A0-B7D2-4B14-8FEA-55FC702F5BE7}" presName="TwoNodes_1_text" presStyleLbl="node1" presStyleIdx="1" presStyleCnt="2">
        <dgm:presLayoutVars>
          <dgm:bulletEnabled val="1"/>
        </dgm:presLayoutVars>
      </dgm:prSet>
      <dgm:spPr/>
    </dgm:pt>
    <dgm:pt modelId="{661035DB-70EF-48AF-BFD9-00A8286B0851}" type="pres">
      <dgm:prSet presAssocID="{CD7942A0-B7D2-4B14-8FEA-55FC702F5BE7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43DC8383-AEE5-490C-A8E5-1F216F2B8FE6}" srcId="{CD7942A0-B7D2-4B14-8FEA-55FC702F5BE7}" destId="{8EC937D8-BD76-4A12-A3E5-900D5C1E2E05}" srcOrd="1" destOrd="0" parTransId="{8265EE85-9851-494E-A6D3-1CDACE947DF3}" sibTransId="{B3EFD4A5-9FA1-4ABE-B722-05162509509B}"/>
    <dgm:cxn modelId="{77324C8A-A1FF-4C90-B09C-575E95043344}" type="presOf" srcId="{095A5E99-E976-4550-8F80-53CC813F2F5A}" destId="{D6410F22-696F-4FE3-B165-AECAA6F24674}" srcOrd="1" destOrd="0" presId="urn:microsoft.com/office/officeart/2005/8/layout/vProcess5"/>
    <dgm:cxn modelId="{C2D0E194-BD14-4AD2-9E3A-CE984C34B6CD}" type="presOf" srcId="{CD7942A0-B7D2-4B14-8FEA-55FC702F5BE7}" destId="{1D84D8B6-AB32-4491-B5D2-EFE3D7668B88}" srcOrd="0" destOrd="0" presId="urn:microsoft.com/office/officeart/2005/8/layout/vProcess5"/>
    <dgm:cxn modelId="{939E7CA3-1F36-4126-A07E-21F2DEB820E4}" type="presOf" srcId="{8877691F-1B60-4485-9174-DDEC7EE68B70}" destId="{B0C3C974-7129-4756-8348-613A664708DF}" srcOrd="0" destOrd="0" presId="urn:microsoft.com/office/officeart/2005/8/layout/vProcess5"/>
    <dgm:cxn modelId="{8C7A62B9-FB59-46F2-93B8-A57E026637BC}" type="presOf" srcId="{095A5E99-E976-4550-8F80-53CC813F2F5A}" destId="{19BCDF54-A41C-4557-B5FA-6223908E7D8F}" srcOrd="0" destOrd="0" presId="urn:microsoft.com/office/officeart/2005/8/layout/vProcess5"/>
    <dgm:cxn modelId="{8D265FC9-7505-4168-8EDE-4F56D2D95F9E}" type="presOf" srcId="{8EC937D8-BD76-4A12-A3E5-900D5C1E2E05}" destId="{07DE05A2-99CD-4A15-9976-7B3B1E8812A8}" srcOrd="0" destOrd="0" presId="urn:microsoft.com/office/officeart/2005/8/layout/vProcess5"/>
    <dgm:cxn modelId="{9ECA27CA-A409-4E42-8C3F-CDC3E3741388}" type="presOf" srcId="{8EC937D8-BD76-4A12-A3E5-900D5C1E2E05}" destId="{661035DB-70EF-48AF-BFD9-00A8286B0851}" srcOrd="1" destOrd="0" presId="urn:microsoft.com/office/officeart/2005/8/layout/vProcess5"/>
    <dgm:cxn modelId="{D1A4D8E6-F04E-4AB1-8D0C-63DC7AB1E81F}" srcId="{CD7942A0-B7D2-4B14-8FEA-55FC702F5BE7}" destId="{095A5E99-E976-4550-8F80-53CC813F2F5A}" srcOrd="0" destOrd="0" parTransId="{03339A0D-5DC0-4B29-8353-C5AEBFD4DE86}" sibTransId="{8877691F-1B60-4485-9174-DDEC7EE68B70}"/>
    <dgm:cxn modelId="{768DB908-A4BF-48A6-A740-5DD0CBAFBB11}" type="presParOf" srcId="{1D84D8B6-AB32-4491-B5D2-EFE3D7668B88}" destId="{3E0E8213-E460-4EB7-9A92-C2B1CC553F0D}" srcOrd="0" destOrd="0" presId="urn:microsoft.com/office/officeart/2005/8/layout/vProcess5"/>
    <dgm:cxn modelId="{F5C2C9A9-B473-46E8-9F0B-AFD8BBDC30E2}" type="presParOf" srcId="{1D84D8B6-AB32-4491-B5D2-EFE3D7668B88}" destId="{19BCDF54-A41C-4557-B5FA-6223908E7D8F}" srcOrd="1" destOrd="0" presId="urn:microsoft.com/office/officeart/2005/8/layout/vProcess5"/>
    <dgm:cxn modelId="{1BD0563A-5607-46AF-9992-512A3DE534A1}" type="presParOf" srcId="{1D84D8B6-AB32-4491-B5D2-EFE3D7668B88}" destId="{07DE05A2-99CD-4A15-9976-7B3B1E8812A8}" srcOrd="2" destOrd="0" presId="urn:microsoft.com/office/officeart/2005/8/layout/vProcess5"/>
    <dgm:cxn modelId="{7CB011CB-E68F-4A62-BF8F-AD014BD46DE6}" type="presParOf" srcId="{1D84D8B6-AB32-4491-B5D2-EFE3D7668B88}" destId="{B0C3C974-7129-4756-8348-613A664708DF}" srcOrd="3" destOrd="0" presId="urn:microsoft.com/office/officeart/2005/8/layout/vProcess5"/>
    <dgm:cxn modelId="{45371C1D-1795-409B-83CE-23000B943945}" type="presParOf" srcId="{1D84D8B6-AB32-4491-B5D2-EFE3D7668B88}" destId="{D6410F22-696F-4FE3-B165-AECAA6F24674}" srcOrd="4" destOrd="0" presId="urn:microsoft.com/office/officeart/2005/8/layout/vProcess5"/>
    <dgm:cxn modelId="{529F6411-5D1D-4EE4-B78B-436E127033EA}" type="presParOf" srcId="{1D84D8B6-AB32-4491-B5D2-EFE3D7668B88}" destId="{661035DB-70EF-48AF-BFD9-00A8286B0851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8278E7-DEF7-4209-9D3A-7B39D148BDA2}" type="doc">
      <dgm:prSet loTypeId="urn:microsoft.com/office/officeart/2005/8/layout/chevron2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5E1CDC5-B94D-42C9-9926-E400A9918664}">
      <dgm:prSet phldrT="[Text]" phldr="0" custT="1"/>
      <dgm:spPr/>
      <dgm:t>
        <a:bodyPr/>
        <a:lstStyle/>
        <a:p>
          <a:r>
            <a:rPr lang="en-GB" sz="1600" dirty="0"/>
            <a:t>MENU DISPLAYED</a:t>
          </a:r>
          <a:r>
            <a:rPr lang="en-GB" sz="3800" dirty="0"/>
            <a:t> </a:t>
          </a:r>
        </a:p>
      </dgm:t>
    </dgm:pt>
    <dgm:pt modelId="{CA8CF1A8-7EB5-4302-AA3E-8637998C79A0}" type="parTrans" cxnId="{39FC11CD-0600-41B4-9134-5BA945B684E9}">
      <dgm:prSet/>
      <dgm:spPr/>
      <dgm:t>
        <a:bodyPr/>
        <a:lstStyle/>
        <a:p>
          <a:endParaRPr lang="en-GB"/>
        </a:p>
      </dgm:t>
    </dgm:pt>
    <dgm:pt modelId="{9A416980-7371-4D6B-83C2-834B363E3E06}" type="sibTrans" cxnId="{39FC11CD-0600-41B4-9134-5BA945B684E9}">
      <dgm:prSet/>
      <dgm:spPr/>
      <dgm:t>
        <a:bodyPr/>
        <a:lstStyle/>
        <a:p>
          <a:endParaRPr lang="en-GB"/>
        </a:p>
      </dgm:t>
    </dgm:pt>
    <dgm:pt modelId="{E6D58DEC-53BF-4178-BF98-0282C488FEB1}">
      <dgm:prSet phldrT="[Text]" phldr="0" custT="1"/>
      <dgm:spPr/>
      <dgm:t>
        <a:bodyPr/>
        <a:lstStyle/>
        <a:p>
          <a:r>
            <a:rPr lang="en-GB" sz="1600" dirty="0"/>
            <a:t>USER SELECTS OPTION</a:t>
          </a:r>
        </a:p>
      </dgm:t>
    </dgm:pt>
    <dgm:pt modelId="{9E32C3AF-B12A-4309-A250-985B3F10D99D}" type="parTrans" cxnId="{A850794C-B2C6-446A-BC85-644917008AB8}">
      <dgm:prSet/>
      <dgm:spPr/>
      <dgm:t>
        <a:bodyPr/>
        <a:lstStyle/>
        <a:p>
          <a:endParaRPr lang="en-GB"/>
        </a:p>
      </dgm:t>
    </dgm:pt>
    <dgm:pt modelId="{1D24710B-8115-448A-8D0E-A736D9283886}" type="sibTrans" cxnId="{A850794C-B2C6-446A-BC85-644917008AB8}">
      <dgm:prSet/>
      <dgm:spPr/>
      <dgm:t>
        <a:bodyPr/>
        <a:lstStyle/>
        <a:p>
          <a:endParaRPr lang="en-GB"/>
        </a:p>
      </dgm:t>
    </dgm:pt>
    <dgm:pt modelId="{ECB26BAF-9EA5-4EC3-842F-1110576899DD}">
      <dgm:prSet phldrT="[Text]" phldr="0" custT="1"/>
      <dgm:spPr/>
      <dgm:t>
        <a:bodyPr/>
        <a:lstStyle/>
        <a:p>
          <a:r>
            <a:rPr lang="en-GB" sz="1600" dirty="0"/>
            <a:t>FUNCTION RUNS DEPENDING ON CHOICE</a:t>
          </a:r>
        </a:p>
      </dgm:t>
    </dgm:pt>
    <dgm:pt modelId="{C6C9FA8E-17B8-4857-93F2-9F195792A78E}" type="parTrans" cxnId="{3E31B263-BF59-49C7-9CDF-EB3E0AA6BFFB}">
      <dgm:prSet/>
      <dgm:spPr/>
      <dgm:t>
        <a:bodyPr/>
        <a:lstStyle/>
        <a:p>
          <a:endParaRPr lang="en-GB"/>
        </a:p>
      </dgm:t>
    </dgm:pt>
    <dgm:pt modelId="{BD401792-40C7-4D30-9093-A01BAF42AFF2}" type="sibTrans" cxnId="{3E31B263-BF59-49C7-9CDF-EB3E0AA6BFFB}">
      <dgm:prSet/>
      <dgm:spPr/>
      <dgm:t>
        <a:bodyPr/>
        <a:lstStyle/>
        <a:p>
          <a:endParaRPr lang="en-GB"/>
        </a:p>
      </dgm:t>
    </dgm:pt>
    <dgm:pt modelId="{D1229C16-A6A6-4543-B36F-41456827F57E}">
      <dgm:prSet phldrT="[Text]" custT="1"/>
      <dgm:spPr/>
      <dgm:t>
        <a:bodyPr/>
        <a:lstStyle/>
        <a:p>
          <a:pPr>
            <a:buNone/>
          </a:pPr>
          <a:r>
            <a:rPr lang="en-GB" sz="2400" dirty="0"/>
            <a:t>Function runs depending |</a:t>
          </a:r>
          <a:br>
            <a:rPr lang="en-GB" sz="2400" dirty="0"/>
          </a:br>
          <a:r>
            <a:rPr lang="en-GB" sz="2400" dirty="0"/>
            <a:t>| on choice: |</a:t>
          </a:r>
          <a:br>
            <a:rPr lang="en-GB" sz="2400" dirty="0"/>
          </a:br>
          <a:r>
            <a:rPr lang="en-GB" sz="2400" dirty="0"/>
            <a:t>| - Register |</a:t>
          </a:r>
          <a:br>
            <a:rPr lang="en-GB" sz="2400" dirty="0"/>
          </a:br>
          <a:r>
            <a:rPr lang="en-GB" sz="2400" dirty="0"/>
            <a:t>| - Display |</a:t>
          </a:r>
          <a:br>
            <a:rPr lang="en-GB" sz="2400" dirty="0"/>
          </a:br>
          <a:r>
            <a:rPr lang="en-GB" sz="2400" dirty="0"/>
            <a:t>| - Assign Course |</a:t>
          </a:r>
          <a:br>
            <a:rPr lang="en-GB" sz="2400" dirty="0"/>
          </a:br>
          <a:r>
            <a:rPr lang="en-GB" sz="2400" dirty="0"/>
            <a:t>| - Export to Excel </a:t>
          </a:r>
        </a:p>
      </dgm:t>
    </dgm:pt>
    <dgm:pt modelId="{DFC2F51B-330B-4FAC-8783-D6316618EECD}" type="parTrans" cxnId="{7D06FB71-703E-4BA4-9AE3-B8A9336393AD}">
      <dgm:prSet/>
      <dgm:spPr/>
      <dgm:t>
        <a:bodyPr/>
        <a:lstStyle/>
        <a:p>
          <a:endParaRPr lang="en-GB"/>
        </a:p>
      </dgm:t>
    </dgm:pt>
    <dgm:pt modelId="{CF173B44-E12C-4419-9D5C-F63AC4BA52B2}" type="sibTrans" cxnId="{7D06FB71-703E-4BA4-9AE3-B8A9336393AD}">
      <dgm:prSet/>
      <dgm:spPr/>
      <dgm:t>
        <a:bodyPr/>
        <a:lstStyle/>
        <a:p>
          <a:endParaRPr lang="en-GB"/>
        </a:p>
      </dgm:t>
    </dgm:pt>
    <dgm:pt modelId="{01DB08BE-1018-4D82-9EEC-B2C1B91E048C}">
      <dgm:prSet custT="1"/>
      <dgm:spPr/>
      <dgm:t>
        <a:bodyPr/>
        <a:lstStyle/>
        <a:p>
          <a:r>
            <a:rPr lang="en-GB" sz="3600" dirty="0"/>
            <a:t>STEP 2</a:t>
          </a:r>
        </a:p>
      </dgm:t>
    </dgm:pt>
    <dgm:pt modelId="{1632070B-0D69-42CD-B715-711AAAFE44EB}" type="parTrans" cxnId="{85DAB603-D5B3-4055-8389-5CB156AD9EF4}">
      <dgm:prSet/>
      <dgm:spPr/>
      <dgm:t>
        <a:bodyPr/>
        <a:lstStyle/>
        <a:p>
          <a:endParaRPr lang="en-GB"/>
        </a:p>
      </dgm:t>
    </dgm:pt>
    <dgm:pt modelId="{3A063481-386C-45C7-B785-5F2E20B936DD}" type="sibTrans" cxnId="{85DAB603-D5B3-4055-8389-5CB156AD9EF4}">
      <dgm:prSet/>
      <dgm:spPr/>
      <dgm:t>
        <a:bodyPr/>
        <a:lstStyle/>
        <a:p>
          <a:endParaRPr lang="en-GB"/>
        </a:p>
      </dgm:t>
    </dgm:pt>
    <dgm:pt modelId="{1BD002FF-F166-48BC-B0E9-E64DE32E2916}">
      <dgm:prSet custT="1"/>
      <dgm:spPr/>
      <dgm:t>
        <a:bodyPr/>
        <a:lstStyle/>
        <a:p>
          <a:r>
            <a:rPr lang="en-GB" sz="3600" dirty="0"/>
            <a:t>STEP 1</a:t>
          </a:r>
        </a:p>
      </dgm:t>
    </dgm:pt>
    <dgm:pt modelId="{3A6ECB24-6CED-440F-B091-6E6CE67E6454}" type="parTrans" cxnId="{9A35F4D7-138C-4DEA-A69D-A559B7FB5F25}">
      <dgm:prSet/>
      <dgm:spPr/>
      <dgm:t>
        <a:bodyPr/>
        <a:lstStyle/>
        <a:p>
          <a:endParaRPr lang="en-GB"/>
        </a:p>
      </dgm:t>
    </dgm:pt>
    <dgm:pt modelId="{552A2E8D-C375-46A8-AFA2-621DBB61902B}" type="sibTrans" cxnId="{9A35F4D7-138C-4DEA-A69D-A559B7FB5F25}">
      <dgm:prSet/>
      <dgm:spPr/>
      <dgm:t>
        <a:bodyPr/>
        <a:lstStyle/>
        <a:p>
          <a:endParaRPr lang="en-GB"/>
        </a:p>
      </dgm:t>
    </dgm:pt>
    <dgm:pt modelId="{F0E6397D-FF35-4868-A3E6-0559057139A3}" type="pres">
      <dgm:prSet presAssocID="{868278E7-DEF7-4209-9D3A-7B39D148BDA2}" presName="linearFlow" presStyleCnt="0">
        <dgm:presLayoutVars>
          <dgm:dir/>
          <dgm:animLvl val="lvl"/>
          <dgm:resizeHandles val="exact"/>
        </dgm:presLayoutVars>
      </dgm:prSet>
      <dgm:spPr/>
    </dgm:pt>
    <dgm:pt modelId="{C55AC130-497A-4F0B-878A-7426F589B857}" type="pres">
      <dgm:prSet presAssocID="{75E1CDC5-B94D-42C9-9926-E400A9918664}" presName="composite" presStyleCnt="0"/>
      <dgm:spPr/>
    </dgm:pt>
    <dgm:pt modelId="{1CC6DF9D-AEAD-4AD9-B807-9945449D5772}" type="pres">
      <dgm:prSet presAssocID="{75E1CDC5-B94D-42C9-9926-E400A9918664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FA466C4E-1EF2-4E90-BBE7-7C207B134450}" type="pres">
      <dgm:prSet presAssocID="{75E1CDC5-B94D-42C9-9926-E400A9918664}" presName="descendantText" presStyleLbl="alignAcc1" presStyleIdx="0" presStyleCnt="3">
        <dgm:presLayoutVars>
          <dgm:bulletEnabled val="1"/>
        </dgm:presLayoutVars>
      </dgm:prSet>
      <dgm:spPr/>
    </dgm:pt>
    <dgm:pt modelId="{5A7E8BA8-BCE1-471B-8E81-E73D7F38A9D8}" type="pres">
      <dgm:prSet presAssocID="{9A416980-7371-4D6B-83C2-834B363E3E06}" presName="sp" presStyleCnt="0"/>
      <dgm:spPr/>
    </dgm:pt>
    <dgm:pt modelId="{5E2DB174-DD11-4564-AE90-9681FD87FD59}" type="pres">
      <dgm:prSet presAssocID="{E6D58DEC-53BF-4178-BF98-0282C488FEB1}" presName="composite" presStyleCnt="0"/>
      <dgm:spPr/>
    </dgm:pt>
    <dgm:pt modelId="{34EBDF28-E499-4E26-9DAD-66A55E95889C}" type="pres">
      <dgm:prSet presAssocID="{E6D58DEC-53BF-4178-BF98-0282C488FEB1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43405129-CA11-40D3-911E-2E3359515B86}" type="pres">
      <dgm:prSet presAssocID="{E6D58DEC-53BF-4178-BF98-0282C488FEB1}" presName="descendantText" presStyleLbl="alignAcc1" presStyleIdx="1" presStyleCnt="3">
        <dgm:presLayoutVars>
          <dgm:bulletEnabled val="1"/>
        </dgm:presLayoutVars>
      </dgm:prSet>
      <dgm:spPr/>
    </dgm:pt>
    <dgm:pt modelId="{0E67CFD0-B0FA-479F-A950-EAA105A31D9B}" type="pres">
      <dgm:prSet presAssocID="{1D24710B-8115-448A-8D0E-A736D9283886}" presName="sp" presStyleCnt="0"/>
      <dgm:spPr/>
    </dgm:pt>
    <dgm:pt modelId="{1270E574-75F4-4945-A6BF-2D803CB8EB7E}" type="pres">
      <dgm:prSet presAssocID="{ECB26BAF-9EA5-4EC3-842F-1110576899DD}" presName="composite" presStyleCnt="0"/>
      <dgm:spPr/>
    </dgm:pt>
    <dgm:pt modelId="{00179417-6E5E-49FA-84E4-2B4383180118}" type="pres">
      <dgm:prSet presAssocID="{ECB26BAF-9EA5-4EC3-842F-1110576899DD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6F497CB2-C85E-4B8F-B987-E55C33DB043E}" type="pres">
      <dgm:prSet presAssocID="{ECB26BAF-9EA5-4EC3-842F-1110576899DD}" presName="descendantText" presStyleLbl="alignAcc1" presStyleIdx="2" presStyleCnt="3" custScaleY="198662" custLinFactNeighborX="1591" custLinFactNeighborY="15276">
        <dgm:presLayoutVars>
          <dgm:bulletEnabled val="1"/>
        </dgm:presLayoutVars>
      </dgm:prSet>
      <dgm:spPr/>
    </dgm:pt>
  </dgm:ptLst>
  <dgm:cxnLst>
    <dgm:cxn modelId="{85DAB603-D5B3-4055-8389-5CB156AD9EF4}" srcId="{E6D58DEC-53BF-4178-BF98-0282C488FEB1}" destId="{01DB08BE-1018-4D82-9EEC-B2C1B91E048C}" srcOrd="0" destOrd="0" parTransId="{1632070B-0D69-42CD-B715-711AAAFE44EB}" sibTransId="{3A063481-386C-45C7-B785-5F2E20B936DD}"/>
    <dgm:cxn modelId="{870CA004-F582-4958-8C7C-FA5905FE8B5C}" type="presOf" srcId="{01DB08BE-1018-4D82-9EEC-B2C1B91E048C}" destId="{43405129-CA11-40D3-911E-2E3359515B86}" srcOrd="0" destOrd="0" presId="urn:microsoft.com/office/officeart/2005/8/layout/chevron2"/>
    <dgm:cxn modelId="{78BA2234-E65D-4825-AA6D-DCD8C68CAEE4}" type="presOf" srcId="{D1229C16-A6A6-4543-B36F-41456827F57E}" destId="{6F497CB2-C85E-4B8F-B987-E55C33DB043E}" srcOrd="0" destOrd="0" presId="urn:microsoft.com/office/officeart/2005/8/layout/chevron2"/>
    <dgm:cxn modelId="{8ABD5834-87BB-45BE-9F0D-667AA77B3D29}" type="presOf" srcId="{ECB26BAF-9EA5-4EC3-842F-1110576899DD}" destId="{00179417-6E5E-49FA-84E4-2B4383180118}" srcOrd="0" destOrd="0" presId="urn:microsoft.com/office/officeart/2005/8/layout/chevron2"/>
    <dgm:cxn modelId="{3E31B263-BF59-49C7-9CDF-EB3E0AA6BFFB}" srcId="{868278E7-DEF7-4209-9D3A-7B39D148BDA2}" destId="{ECB26BAF-9EA5-4EC3-842F-1110576899DD}" srcOrd="2" destOrd="0" parTransId="{C6C9FA8E-17B8-4857-93F2-9F195792A78E}" sibTransId="{BD401792-40C7-4D30-9093-A01BAF42AFF2}"/>
    <dgm:cxn modelId="{A850794C-B2C6-446A-BC85-644917008AB8}" srcId="{868278E7-DEF7-4209-9D3A-7B39D148BDA2}" destId="{E6D58DEC-53BF-4178-BF98-0282C488FEB1}" srcOrd="1" destOrd="0" parTransId="{9E32C3AF-B12A-4309-A250-985B3F10D99D}" sibTransId="{1D24710B-8115-448A-8D0E-A736D9283886}"/>
    <dgm:cxn modelId="{7D06FB71-703E-4BA4-9AE3-B8A9336393AD}" srcId="{ECB26BAF-9EA5-4EC3-842F-1110576899DD}" destId="{D1229C16-A6A6-4543-B36F-41456827F57E}" srcOrd="0" destOrd="0" parTransId="{DFC2F51B-330B-4FAC-8783-D6316618EECD}" sibTransId="{CF173B44-E12C-4419-9D5C-F63AC4BA52B2}"/>
    <dgm:cxn modelId="{5D71398F-DFE1-46C0-8166-42D68E891261}" type="presOf" srcId="{1BD002FF-F166-48BC-B0E9-E64DE32E2916}" destId="{FA466C4E-1EF2-4E90-BBE7-7C207B134450}" srcOrd="0" destOrd="0" presId="urn:microsoft.com/office/officeart/2005/8/layout/chevron2"/>
    <dgm:cxn modelId="{BD1657A8-1C0A-454E-870E-6E949A24BB24}" type="presOf" srcId="{E6D58DEC-53BF-4178-BF98-0282C488FEB1}" destId="{34EBDF28-E499-4E26-9DAD-66A55E95889C}" srcOrd="0" destOrd="0" presId="urn:microsoft.com/office/officeart/2005/8/layout/chevron2"/>
    <dgm:cxn modelId="{1A730FAB-2209-4791-8C54-9249D9873F40}" type="presOf" srcId="{868278E7-DEF7-4209-9D3A-7B39D148BDA2}" destId="{F0E6397D-FF35-4868-A3E6-0559057139A3}" srcOrd="0" destOrd="0" presId="urn:microsoft.com/office/officeart/2005/8/layout/chevron2"/>
    <dgm:cxn modelId="{A71ECFAC-DC8B-41F5-8992-FAB909E51281}" type="presOf" srcId="{75E1CDC5-B94D-42C9-9926-E400A9918664}" destId="{1CC6DF9D-AEAD-4AD9-B807-9945449D5772}" srcOrd="0" destOrd="0" presId="urn:microsoft.com/office/officeart/2005/8/layout/chevron2"/>
    <dgm:cxn modelId="{39FC11CD-0600-41B4-9134-5BA945B684E9}" srcId="{868278E7-DEF7-4209-9D3A-7B39D148BDA2}" destId="{75E1CDC5-B94D-42C9-9926-E400A9918664}" srcOrd="0" destOrd="0" parTransId="{CA8CF1A8-7EB5-4302-AA3E-8637998C79A0}" sibTransId="{9A416980-7371-4D6B-83C2-834B363E3E06}"/>
    <dgm:cxn modelId="{9A35F4D7-138C-4DEA-A69D-A559B7FB5F25}" srcId="{75E1CDC5-B94D-42C9-9926-E400A9918664}" destId="{1BD002FF-F166-48BC-B0E9-E64DE32E2916}" srcOrd="0" destOrd="0" parTransId="{3A6ECB24-6CED-440F-B091-6E6CE67E6454}" sibTransId="{552A2E8D-C375-46A8-AFA2-621DBB61902B}"/>
    <dgm:cxn modelId="{C31FD4A8-5568-4DE2-84D0-6B2AE97970B3}" type="presParOf" srcId="{F0E6397D-FF35-4868-A3E6-0559057139A3}" destId="{C55AC130-497A-4F0B-878A-7426F589B857}" srcOrd="0" destOrd="0" presId="urn:microsoft.com/office/officeart/2005/8/layout/chevron2"/>
    <dgm:cxn modelId="{9FEBCDD8-EE68-4A35-A303-C9839683A7A2}" type="presParOf" srcId="{C55AC130-497A-4F0B-878A-7426F589B857}" destId="{1CC6DF9D-AEAD-4AD9-B807-9945449D5772}" srcOrd="0" destOrd="0" presId="urn:microsoft.com/office/officeart/2005/8/layout/chevron2"/>
    <dgm:cxn modelId="{8DBCD95B-5C11-4E03-A528-755AD820F92B}" type="presParOf" srcId="{C55AC130-497A-4F0B-878A-7426F589B857}" destId="{FA466C4E-1EF2-4E90-BBE7-7C207B134450}" srcOrd="1" destOrd="0" presId="urn:microsoft.com/office/officeart/2005/8/layout/chevron2"/>
    <dgm:cxn modelId="{9C1BA8E7-3EC2-4BAE-B6FC-6F20E8780705}" type="presParOf" srcId="{F0E6397D-FF35-4868-A3E6-0559057139A3}" destId="{5A7E8BA8-BCE1-471B-8E81-E73D7F38A9D8}" srcOrd="1" destOrd="0" presId="urn:microsoft.com/office/officeart/2005/8/layout/chevron2"/>
    <dgm:cxn modelId="{4A36CFFD-6FFD-4F19-8521-D6BE5C1CD700}" type="presParOf" srcId="{F0E6397D-FF35-4868-A3E6-0559057139A3}" destId="{5E2DB174-DD11-4564-AE90-9681FD87FD59}" srcOrd="2" destOrd="0" presId="urn:microsoft.com/office/officeart/2005/8/layout/chevron2"/>
    <dgm:cxn modelId="{2B8C8592-7E37-404B-B12B-01EE39CF9A68}" type="presParOf" srcId="{5E2DB174-DD11-4564-AE90-9681FD87FD59}" destId="{34EBDF28-E499-4E26-9DAD-66A55E95889C}" srcOrd="0" destOrd="0" presId="urn:microsoft.com/office/officeart/2005/8/layout/chevron2"/>
    <dgm:cxn modelId="{F6BA1EB7-1334-4FDF-ABF3-BA0880078C50}" type="presParOf" srcId="{5E2DB174-DD11-4564-AE90-9681FD87FD59}" destId="{43405129-CA11-40D3-911E-2E3359515B86}" srcOrd="1" destOrd="0" presId="urn:microsoft.com/office/officeart/2005/8/layout/chevron2"/>
    <dgm:cxn modelId="{FF72F178-5BB8-4057-ABA8-1BCB622B1E2F}" type="presParOf" srcId="{F0E6397D-FF35-4868-A3E6-0559057139A3}" destId="{0E67CFD0-B0FA-479F-A950-EAA105A31D9B}" srcOrd="3" destOrd="0" presId="urn:microsoft.com/office/officeart/2005/8/layout/chevron2"/>
    <dgm:cxn modelId="{2569FF52-82E8-407C-B4A8-142937A3C9DD}" type="presParOf" srcId="{F0E6397D-FF35-4868-A3E6-0559057139A3}" destId="{1270E574-75F4-4945-A6BF-2D803CB8EB7E}" srcOrd="4" destOrd="0" presId="urn:microsoft.com/office/officeart/2005/8/layout/chevron2"/>
    <dgm:cxn modelId="{0814468F-8241-4DAE-9230-017D30D130B7}" type="presParOf" srcId="{1270E574-75F4-4945-A6BF-2D803CB8EB7E}" destId="{00179417-6E5E-49FA-84E4-2B4383180118}" srcOrd="0" destOrd="0" presId="urn:microsoft.com/office/officeart/2005/8/layout/chevron2"/>
    <dgm:cxn modelId="{278594AC-5DFA-4C88-8948-A95D730DCB0D}" type="presParOf" srcId="{1270E574-75F4-4945-A6BF-2D803CB8EB7E}" destId="{6F497CB2-C85E-4B8F-B987-E55C33DB043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BCDF54-A41C-4557-B5FA-6223908E7D8F}">
      <dsp:nvSpPr>
        <dsp:cNvPr id="0" name=""/>
        <dsp:cNvSpPr/>
      </dsp:nvSpPr>
      <dsp:spPr>
        <a:xfrm>
          <a:off x="0" y="0"/>
          <a:ext cx="4316650" cy="2009536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03000"/>
            </a:gs>
            <a:gs pos="50000">
              <a:srgbClr val="A44A00"/>
            </a:gs>
            <a:gs pos="70000">
              <a:srgbClr val="BC5500"/>
            </a:gs>
            <a:gs pos="100000">
              <a:srgbClr val="F26D00"/>
            </a:gs>
          </a:gsLst>
          <a:lin ang="16200000" scaled="0"/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rPr>
            <a:t>Person</a:t>
          </a:r>
        </a:p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1" kern="1200" cap="none" spc="0" dirty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/>
          </a:endParaRPr>
        </a:p>
      </dsp:txBody>
      <dsp:txXfrm>
        <a:off x="58857" y="58857"/>
        <a:ext cx="2239637" cy="1891822"/>
      </dsp:txXfrm>
    </dsp:sp>
    <dsp:sp modelId="{07DE05A2-99CD-4A15-9976-7B3B1E8812A8}">
      <dsp:nvSpPr>
        <dsp:cNvPr id="0" name=""/>
        <dsp:cNvSpPr/>
      </dsp:nvSpPr>
      <dsp:spPr>
        <a:xfrm>
          <a:off x="673702" y="2456100"/>
          <a:ext cx="4316650" cy="20095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3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rPr>
            <a:t>Student(inherits Person)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rPr>
            <a:t>Student_id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rPr>
            <a:t>Course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rPr>
            <a:t>Name ,phone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rPr>
            <a:t>(inherited)</a:t>
          </a:r>
        </a:p>
      </dsp:txBody>
      <dsp:txXfrm>
        <a:off x="732559" y="2514957"/>
        <a:ext cx="2130975" cy="1891822"/>
      </dsp:txXfrm>
    </dsp:sp>
    <dsp:sp modelId="{B0C3C974-7129-4756-8348-613A664708DF}">
      <dsp:nvSpPr>
        <dsp:cNvPr id="0" name=""/>
        <dsp:cNvSpPr/>
      </dsp:nvSpPr>
      <dsp:spPr>
        <a:xfrm>
          <a:off x="2267936" y="1735398"/>
          <a:ext cx="854058" cy="99515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/>
          </a:endParaRPr>
        </a:p>
      </dsp:txBody>
      <dsp:txXfrm>
        <a:off x="2460099" y="1735398"/>
        <a:ext cx="469732" cy="7837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C6DF9D-AEAD-4AD9-B807-9945449D5772}">
      <dsp:nvSpPr>
        <dsp:cNvPr id="0" name=""/>
        <dsp:cNvSpPr/>
      </dsp:nvSpPr>
      <dsp:spPr>
        <a:xfrm rot="5400000">
          <a:off x="-287559" y="319651"/>
          <a:ext cx="1917065" cy="1341945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5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miter lim="800000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5100000"/>
          </a:lightRig>
        </a:scene3d>
        <a:sp3d contourW="6350">
          <a:bevelT w="29210" h="12700"/>
          <a:contourClr>
            <a:schemeClr val="accent1">
              <a:hueOff val="0"/>
              <a:satOff val="0"/>
              <a:lumOff val="0"/>
              <a:alphaOff val="0"/>
              <a:satMod val="300000"/>
            </a:schemeClr>
          </a:contourClr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MENU DISPLAYED</a:t>
          </a:r>
          <a:r>
            <a:rPr lang="en-GB" sz="3800" kern="1200" dirty="0"/>
            <a:t> </a:t>
          </a:r>
        </a:p>
      </dsp:txBody>
      <dsp:txXfrm rot="-5400000">
        <a:off x="2" y="703064"/>
        <a:ext cx="1341945" cy="575120"/>
      </dsp:txXfrm>
    </dsp:sp>
    <dsp:sp modelId="{FA466C4E-1EF2-4E90-BBE7-7C207B134450}">
      <dsp:nvSpPr>
        <dsp:cNvPr id="0" name=""/>
        <dsp:cNvSpPr/>
      </dsp:nvSpPr>
      <dsp:spPr>
        <a:xfrm rot="5400000">
          <a:off x="4944143" y="-3570105"/>
          <a:ext cx="1246747" cy="845114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miter lim="800000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6032" tIns="22860" rIns="22860" bIns="22860" numCol="1" spcCol="1270" anchor="ctr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600" kern="1200" dirty="0"/>
            <a:t>STEP 1</a:t>
          </a:r>
        </a:p>
      </dsp:txBody>
      <dsp:txXfrm rot="-5400000">
        <a:off x="1341946" y="92953"/>
        <a:ext cx="8390281" cy="1125025"/>
      </dsp:txXfrm>
    </dsp:sp>
    <dsp:sp modelId="{34EBDF28-E499-4E26-9DAD-66A55E95889C}">
      <dsp:nvSpPr>
        <dsp:cNvPr id="0" name=""/>
        <dsp:cNvSpPr/>
      </dsp:nvSpPr>
      <dsp:spPr>
        <a:xfrm rot="5400000">
          <a:off x="-287559" y="2068174"/>
          <a:ext cx="1917065" cy="1341945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5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miter lim="800000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5100000"/>
          </a:lightRig>
        </a:scene3d>
        <a:sp3d contourW="6350">
          <a:bevelT w="29210" h="12700"/>
          <a:contourClr>
            <a:schemeClr val="accent1">
              <a:hueOff val="0"/>
              <a:satOff val="0"/>
              <a:lumOff val="0"/>
              <a:alphaOff val="0"/>
              <a:satMod val="300000"/>
            </a:schemeClr>
          </a:contourClr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USER SELECTS OPTION</a:t>
          </a:r>
        </a:p>
      </dsp:txBody>
      <dsp:txXfrm rot="-5400000">
        <a:off x="2" y="2451587"/>
        <a:ext cx="1341945" cy="575120"/>
      </dsp:txXfrm>
    </dsp:sp>
    <dsp:sp modelId="{43405129-CA11-40D3-911E-2E3359515B86}">
      <dsp:nvSpPr>
        <dsp:cNvPr id="0" name=""/>
        <dsp:cNvSpPr/>
      </dsp:nvSpPr>
      <dsp:spPr>
        <a:xfrm rot="5400000">
          <a:off x="4944470" y="-1821910"/>
          <a:ext cx="1246092" cy="845114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miter lim="800000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6032" tIns="22860" rIns="22860" bIns="22860" numCol="1" spcCol="1270" anchor="ctr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600" kern="1200" dirty="0"/>
            <a:t>STEP 2</a:t>
          </a:r>
        </a:p>
      </dsp:txBody>
      <dsp:txXfrm rot="-5400000">
        <a:off x="1341946" y="1841443"/>
        <a:ext cx="8390313" cy="1124434"/>
      </dsp:txXfrm>
    </dsp:sp>
    <dsp:sp modelId="{00179417-6E5E-49FA-84E4-2B4383180118}">
      <dsp:nvSpPr>
        <dsp:cNvPr id="0" name=""/>
        <dsp:cNvSpPr/>
      </dsp:nvSpPr>
      <dsp:spPr>
        <a:xfrm rot="5400000">
          <a:off x="-287559" y="4431406"/>
          <a:ext cx="1917065" cy="1341945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5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miter lim="800000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5100000"/>
          </a:lightRig>
        </a:scene3d>
        <a:sp3d contourW="6350">
          <a:bevelT w="29210" h="12700"/>
          <a:contourClr>
            <a:schemeClr val="accent1">
              <a:hueOff val="0"/>
              <a:satOff val="0"/>
              <a:lumOff val="0"/>
              <a:alphaOff val="0"/>
              <a:satMod val="300000"/>
            </a:schemeClr>
          </a:contourClr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FUNCTION RUNS DEPENDING ON CHOICE</a:t>
          </a:r>
        </a:p>
      </dsp:txBody>
      <dsp:txXfrm rot="-5400000">
        <a:off x="2" y="4814819"/>
        <a:ext cx="1341945" cy="575120"/>
      </dsp:txXfrm>
    </dsp:sp>
    <dsp:sp modelId="{6F497CB2-C85E-4B8F-B987-E55C33DB043E}">
      <dsp:nvSpPr>
        <dsp:cNvPr id="0" name=""/>
        <dsp:cNvSpPr/>
      </dsp:nvSpPr>
      <dsp:spPr>
        <a:xfrm rot="5400000">
          <a:off x="4329760" y="629676"/>
          <a:ext cx="2475512" cy="845114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miter lim="800000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dirty="0"/>
            <a:t>Function runs depending |</a:t>
          </a:r>
          <a:br>
            <a:rPr lang="en-GB" sz="2400" kern="1200" dirty="0"/>
          </a:br>
          <a:r>
            <a:rPr lang="en-GB" sz="2400" kern="1200" dirty="0"/>
            <a:t>| on choice: |</a:t>
          </a:r>
          <a:br>
            <a:rPr lang="en-GB" sz="2400" kern="1200" dirty="0"/>
          </a:br>
          <a:r>
            <a:rPr lang="en-GB" sz="2400" kern="1200" dirty="0"/>
            <a:t>| - Register |</a:t>
          </a:r>
          <a:br>
            <a:rPr lang="en-GB" sz="2400" kern="1200" dirty="0"/>
          </a:br>
          <a:r>
            <a:rPr lang="en-GB" sz="2400" kern="1200" dirty="0"/>
            <a:t>| - Display |</a:t>
          </a:r>
          <a:br>
            <a:rPr lang="en-GB" sz="2400" kern="1200" dirty="0"/>
          </a:br>
          <a:r>
            <a:rPr lang="en-GB" sz="2400" kern="1200" dirty="0"/>
            <a:t>| - Assign Course |</a:t>
          </a:r>
          <a:br>
            <a:rPr lang="en-GB" sz="2400" kern="1200" dirty="0"/>
          </a:br>
          <a:r>
            <a:rPr lang="en-GB" sz="2400" kern="1200" dirty="0"/>
            <a:t>| - Export to Excel </a:t>
          </a:r>
        </a:p>
      </dsp:txBody>
      <dsp:txXfrm rot="-5400000">
        <a:off x="1341946" y="3738336"/>
        <a:ext cx="8330297" cy="22338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2/23/2026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2/23/2026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2/23/2026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2/23/2026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2/23/2026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2/23/2026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9796" y="1752600"/>
            <a:ext cx="10242753" cy="210844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SCHOOL MANAGEMENT SYSTEM       PRESENTATION</a:t>
            </a:r>
            <a:br>
              <a:rPr lang="en-US" dirty="0"/>
            </a:b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934172" y="5105400"/>
            <a:ext cx="8735325" cy="1752600"/>
          </a:xfrm>
        </p:spPr>
        <p:txBody>
          <a:bodyPr/>
          <a:lstStyle/>
          <a:p>
            <a:r>
              <a:rPr lang="en-US" dirty="0"/>
              <a:t>USING PYTHON LANGUAGE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system manages and stores student’s details which includes:</a:t>
            </a:r>
          </a:p>
          <a:p>
            <a:r>
              <a:rPr lang="en-US" dirty="0"/>
              <a:t>Their courses</a:t>
            </a:r>
          </a:p>
          <a:p>
            <a:r>
              <a:rPr lang="en-US" dirty="0"/>
              <a:t>Their names</a:t>
            </a:r>
          </a:p>
          <a:p>
            <a:r>
              <a:rPr lang="en-US" dirty="0"/>
              <a:t>Their ID</a:t>
            </a:r>
          </a:p>
          <a:p>
            <a:r>
              <a:rPr lang="en-US" dirty="0"/>
              <a:t>Their phone numbers</a:t>
            </a:r>
          </a:p>
          <a:p>
            <a:r>
              <a:rPr lang="en-US" dirty="0"/>
              <a:t>New courses assigned to them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DESIGN -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Here the student inherits data labels from person.py created earlier</a:t>
            </a:r>
          </a:p>
          <a:p>
            <a:r>
              <a:rPr lang="en-US" dirty="0"/>
              <a:t>The student file contents the details of the student</a:t>
            </a:r>
          </a:p>
          <a:p>
            <a:r>
              <a:rPr lang="en-US" dirty="0"/>
              <a:t>The school management file now shows, stores and manages all information about the student</a:t>
            </a:r>
          </a:p>
        </p:txBody>
      </p:sp>
      <p:graphicFrame>
        <p:nvGraphicFramePr>
          <p:cNvPr id="5" name="Content Placeholder 4" descr="Staggered process showing 3 tasks arranged one below the other and two downward pointing arrows are used to indicate progression from first task to second task and second task to third task.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29512432"/>
              </p:ext>
            </p:extLst>
          </p:nvPr>
        </p:nvGraphicFramePr>
        <p:xfrm>
          <a:off x="6500813" y="1706563"/>
          <a:ext cx="5078412" cy="4465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348542" y="5000887"/>
            <a:ext cx="7069519" cy="1220933"/>
          </a:xfrm>
        </p:spPr>
        <p:txBody>
          <a:bodyPr/>
          <a:lstStyle/>
          <a:p>
            <a:r>
              <a:rPr lang="en-US" dirty="0"/>
              <a:t>Of the explanation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8A4505-D45F-229A-448D-3A75C15096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28" y="44624"/>
            <a:ext cx="6580233" cy="37085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8217CB-32F5-2DEC-DA04-85C5499B50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643" y="2209801"/>
            <a:ext cx="6948103" cy="450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7828" y="-493459"/>
            <a:ext cx="10360501" cy="1223963"/>
          </a:xfrm>
        </p:spPr>
        <p:txBody>
          <a:bodyPr/>
          <a:lstStyle/>
          <a:p>
            <a:r>
              <a:rPr lang="en-US" dirty="0"/>
              <a:t>MENU AND FUNCTIONALITIES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>
          <a:xfrm>
            <a:off x="808614" y="836712"/>
            <a:ext cx="11118445" cy="4176464"/>
          </a:xfrm>
        </p:spPr>
        <p:txBody>
          <a:bodyPr>
            <a:normAutofit/>
          </a:bodyPr>
          <a:lstStyle/>
          <a:p>
            <a:r>
              <a:rPr lang="en-US" dirty="0"/>
              <a:t>Main menu has 5 options:</a:t>
            </a:r>
          </a:p>
          <a:p>
            <a:endParaRPr lang="en-US" dirty="0"/>
          </a:p>
          <a:p>
            <a:r>
              <a:rPr lang="en-US" sz="2600" dirty="0"/>
              <a:t>1. Register New Student – add new student details (ID, Name, Course, Phone)</a:t>
            </a:r>
          </a:p>
          <a:p>
            <a:r>
              <a:rPr lang="en-US" sz="2600" dirty="0"/>
              <a:t>2. Display Students – shows all registered students</a:t>
            </a:r>
          </a:p>
          <a:p>
            <a:r>
              <a:rPr lang="en-US" sz="2600" dirty="0"/>
              <a:t>3. Assign New Course – update a student’s course</a:t>
            </a:r>
          </a:p>
          <a:p>
            <a:r>
              <a:rPr lang="en-US" sz="2600" dirty="0"/>
              <a:t>4. Export to Excel – save student data in an Excel file</a:t>
            </a:r>
          </a:p>
          <a:p>
            <a:r>
              <a:rPr lang="en-US" sz="2600" dirty="0"/>
              <a:t>5. Exit – close </a:t>
            </a:r>
            <a:r>
              <a:rPr lang="en-US" dirty="0"/>
              <a:t>the program</a:t>
            </a:r>
          </a:p>
        </p:txBody>
      </p:sp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545527-B338-9992-437A-D25113D90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28" y="20624"/>
            <a:ext cx="11120072" cy="621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1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47E49AB-CD0F-7BB3-D731-DC2A2A5C8B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7772756"/>
              </p:ext>
            </p:extLst>
          </p:nvPr>
        </p:nvGraphicFramePr>
        <p:xfrm>
          <a:off x="981844" y="720372"/>
          <a:ext cx="9793088" cy="60930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58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09836" y="330200"/>
            <a:ext cx="4062942" cy="711200"/>
          </a:xfrm>
        </p:spPr>
        <p:txBody>
          <a:bodyPr/>
          <a:lstStyle/>
          <a:p>
            <a:r>
              <a:rPr lang="en-US" dirty="0"/>
              <a:t>FINAL OUTPUT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909836" y="1041400"/>
            <a:ext cx="4062942" cy="843384"/>
          </a:xfrm>
        </p:spPr>
        <p:txBody>
          <a:bodyPr/>
          <a:lstStyle/>
          <a:p>
            <a:r>
              <a:rPr lang="en-US" dirty="0"/>
              <a:t>INFORMATION OF STUDENT STORES IN EXCEL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D70AE8-E89E-4FA7-5B84-F6A7E29361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36" y="1727456"/>
            <a:ext cx="6552728" cy="50139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951B3A8-C0BA-8966-71BB-247702BFF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316" y="339376"/>
            <a:ext cx="6840760" cy="5806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33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50</TotalTime>
  <Words>215</Words>
  <Application>Microsoft Office PowerPoint</Application>
  <PresentationFormat>Custom</PresentationFormat>
  <Paragraphs>38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Tech 16x9</vt:lpstr>
      <vt:lpstr>SCHOOL MANAGEMENT SYSTEM       PRESENTATION </vt:lpstr>
      <vt:lpstr>Introduction </vt:lpstr>
      <vt:lpstr>SYSTEM DESIGN - CLASSES</vt:lpstr>
      <vt:lpstr>Demo</vt:lpstr>
      <vt:lpstr>MENU AND FUNCTIONALITIES</vt:lpstr>
      <vt:lpstr>PowerPoint Presentation</vt:lpstr>
      <vt:lpstr>PowerPoint Presentation</vt:lpstr>
      <vt:lpstr>FINAL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Angela Amani</dc:creator>
  <cp:lastModifiedBy>Angela Amani</cp:lastModifiedBy>
  <cp:revision>1</cp:revision>
  <dcterms:created xsi:type="dcterms:W3CDTF">2026-02-23T15:49:06Z</dcterms:created>
  <dcterms:modified xsi:type="dcterms:W3CDTF">2026-02-23T16:39:18Z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